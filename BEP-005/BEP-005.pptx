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Clique para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mover o slide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editar 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formato de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notas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&lt;cabeçalho&gt;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218BC89-5EB2-45C9-8DD2-08FE329A30B7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B6FEF49-C316-4138-8F79-CF2A257F6F9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9730164-E976-4865-9D8F-F2CB8EBD732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27EA96D-8E05-4F1B-827C-0EE26316AA2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86B8A6B-C9E5-46BA-8025-5469D406A90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0FC23C6-F12B-4365-A4D2-B81B786931D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1044251-8D48-4CB8-A667-607C5B1E37D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1795943-C4FD-4DC4-B701-83A80FC6783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9FE2393-D7A1-4999-A09B-AFB9844C654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AE50D3C-AB2B-4445-A94F-FF3B33A575C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F4BA4F1-0BFC-4958-9410-26BC883AC14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Clique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para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editar o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format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o do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texto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do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título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49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1357200" y="2830680"/>
            <a:ext cx="6428160" cy="82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2700" spc="-1" strike="noStrike">
                <a:solidFill>
                  <a:srgbClr val="1a365d"/>
                </a:solidFill>
                <a:latin typeface="Noto Sans"/>
                <a:ea typeface="Noto Sans"/>
              </a:rPr>
              <a:t>Estruturas de Repetição (while, for) em Python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1357200" y="3981600"/>
            <a:ext cx="64281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2d3748"/>
                </a:solidFill>
                <a:latin typeface="Noto Sans"/>
                <a:ea typeface="Noto Sans"/>
              </a:rPr>
              <a:t>Aprenda a executar blocos de código diversas vezes de forma eficiente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" name="" descr=""/>
          <p:cNvPicPr/>
          <p:nvPr/>
        </p:nvPicPr>
        <p:blipFill>
          <a:blip r:embed="rId1"/>
          <a:stretch/>
        </p:blipFill>
        <p:spPr>
          <a:xfrm>
            <a:off x="360" y="4440960"/>
            <a:ext cx="9178920" cy="702000"/>
          </a:xfrm>
          <a:prstGeom prst="rect">
            <a:avLst/>
          </a:prstGeom>
          <a:ln w="0">
            <a:noFill/>
          </a:ln>
        </p:spPr>
      </p:pic>
      <p:pic>
        <p:nvPicPr>
          <p:cNvPr id="11" name="Image 7" descr="preencoded.png"/>
          <p:cNvPicPr/>
          <p:nvPr/>
        </p:nvPicPr>
        <p:blipFill>
          <a:blip r:embed="rId2"/>
          <a:stretch/>
        </p:blipFill>
        <p:spPr>
          <a:xfrm>
            <a:off x="1277280" y="360000"/>
            <a:ext cx="2142000" cy="2142000"/>
          </a:xfrm>
          <a:prstGeom prst="rect">
            <a:avLst/>
          </a:prstGeom>
          <a:ln w="0">
            <a:noFill/>
          </a:ln>
        </p:spPr>
      </p:pic>
      <p:sp>
        <p:nvSpPr>
          <p:cNvPr id="12" name=""/>
          <p:cNvSpPr/>
          <p:nvPr/>
        </p:nvSpPr>
        <p:spPr>
          <a:xfrm>
            <a:off x="6983640" y="13680"/>
            <a:ext cx="215892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pt-BR" sz="1600" spc="-1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latin typeface="Arial"/>
              </a:rPr>
              <a:t>Prof. Liojes Carneiro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" name="" descr=""/>
          <p:cNvPicPr/>
          <p:nvPr/>
        </p:nvPicPr>
        <p:blipFill>
          <a:blip r:embed="rId3"/>
          <a:stretch/>
        </p:blipFill>
        <p:spPr>
          <a:xfrm>
            <a:off x="5986800" y="709560"/>
            <a:ext cx="2112840" cy="1990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 descr=""/>
          <p:cNvPicPr/>
          <p:nvPr/>
        </p:nvPicPr>
        <p:blipFill>
          <a:blip r:embed="rId1"/>
          <a:srcRect l="0" t="8078" r="0" b="0"/>
          <a:stretch/>
        </p:blipFill>
        <p:spPr>
          <a:xfrm>
            <a:off x="850680" y="360000"/>
            <a:ext cx="7443000" cy="4092840"/>
          </a:xfrm>
          <a:prstGeom prst="rect">
            <a:avLst/>
          </a:prstGeom>
          <a:ln w="0">
            <a:noFill/>
          </a:ln>
        </p:spPr>
      </p:pic>
      <p:pic>
        <p:nvPicPr>
          <p:cNvPr id="15" name="" descr=""/>
          <p:cNvPicPr/>
          <p:nvPr/>
        </p:nvPicPr>
        <p:blipFill>
          <a:blip r:embed="rId2"/>
          <a:stretch/>
        </p:blipFill>
        <p:spPr>
          <a:xfrm>
            <a:off x="720" y="4440960"/>
            <a:ext cx="9178920" cy="702000"/>
          </a:xfrm>
          <a:prstGeom prst="rect">
            <a:avLst/>
          </a:prstGeom>
          <a:ln w="0">
            <a:noFill/>
          </a:ln>
        </p:spPr>
      </p:pic>
      <p:sp>
        <p:nvSpPr>
          <p:cNvPr id="16" name="Text 9"/>
          <p:cNvSpPr/>
          <p:nvPr/>
        </p:nvSpPr>
        <p:spPr>
          <a:xfrm>
            <a:off x="3350880" y="0"/>
            <a:ext cx="244260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2200" spc="-1" strike="noStrike">
                <a:solidFill>
                  <a:srgbClr val="1a365d"/>
                </a:solidFill>
                <a:latin typeface="Noto Sans"/>
                <a:ea typeface="Noto Sans"/>
              </a:rPr>
              <a:t>Objetivos da Aula</a:t>
            </a:r>
            <a:endParaRPr b="1" lang="pt-BR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1908360" y="-12960"/>
            <a:ext cx="5327640" cy="33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2200" spc="-1" strike="noStrike">
                <a:solidFill>
                  <a:srgbClr val="1a365d"/>
                </a:solidFill>
                <a:latin typeface="Noto Sans"/>
                <a:ea typeface="Noto Sans"/>
              </a:rPr>
              <a:t>Introdução às Estruturas de Repetição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22"/>
          <p:cNvSpPr/>
          <p:nvPr/>
        </p:nvSpPr>
        <p:spPr>
          <a:xfrm>
            <a:off x="285840" y="3146040"/>
            <a:ext cx="5113800" cy="984600"/>
          </a:xfrm>
          <a:prstGeom prst="rect">
            <a:avLst/>
          </a:prstGeom>
          <a:solidFill>
            <a:srgbClr val="f7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23"/>
          <p:cNvSpPr/>
          <p:nvPr/>
        </p:nvSpPr>
        <p:spPr>
          <a:xfrm>
            <a:off x="285840" y="3146040"/>
            <a:ext cx="27360" cy="984600"/>
          </a:xfrm>
          <a:prstGeom prst="rect">
            <a:avLst/>
          </a:prstGeom>
          <a:solidFill>
            <a:srgbClr val="4299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" name="" descr=""/>
          <p:cNvPicPr/>
          <p:nvPr/>
        </p:nvPicPr>
        <p:blipFill>
          <a:blip r:embed="rId1"/>
          <a:stretch/>
        </p:blipFill>
        <p:spPr>
          <a:xfrm>
            <a:off x="1080" y="4440960"/>
            <a:ext cx="9178920" cy="702000"/>
          </a:xfrm>
          <a:prstGeom prst="rect">
            <a:avLst/>
          </a:prstGeom>
          <a:ln w="0">
            <a:noFill/>
          </a:ln>
        </p:spPr>
      </p:pic>
      <p:pic>
        <p:nvPicPr>
          <p:cNvPr id="21" name="" descr=""/>
          <p:cNvPicPr/>
          <p:nvPr/>
        </p:nvPicPr>
        <p:blipFill>
          <a:blip r:embed="rId2"/>
          <a:stretch/>
        </p:blipFill>
        <p:spPr>
          <a:xfrm>
            <a:off x="6444720" y="1650240"/>
            <a:ext cx="2698920" cy="1843200"/>
          </a:xfrm>
          <a:prstGeom prst="rect">
            <a:avLst/>
          </a:prstGeom>
          <a:ln w="0">
            <a:noFill/>
          </a:ln>
        </p:spPr>
      </p:pic>
      <p:sp>
        <p:nvSpPr>
          <p:cNvPr id="22" name=""/>
          <p:cNvSpPr/>
          <p:nvPr/>
        </p:nvSpPr>
        <p:spPr>
          <a:xfrm>
            <a:off x="313560" y="672840"/>
            <a:ext cx="7005240" cy="332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1500" spc="-1" strike="noStrike">
                <a:solidFill>
                  <a:srgbClr val="000000"/>
                </a:solidFill>
                <a:latin typeface="Arial"/>
              </a:rPr>
              <a:t>O que são Estruturas de Repetição?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Aft>
                <a:spcPts val="567"/>
              </a:spcAft>
              <a:tabLst>
                <a:tab algn="l" pos="408240"/>
              </a:tabLst>
            </a:pP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Estruturas de repetição, também conhecidas como loops, são blocos de código que permitem executar um conjunto de instruções múltiplas vezes, sem a necessidade de repetir o mesmo código.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1" lang="pt-BR" sz="1500" spc="-1" strike="noStrike">
                <a:solidFill>
                  <a:srgbClr val="000000"/>
                </a:solidFill>
                <a:latin typeface="Arial"/>
              </a:rPr>
              <a:t>Por que são importantes?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Permitem automatizar tarefas repetitivas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Tornam o código mais conciso e legível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Essenciais para processar coleções de dados (listas, strings, etc.)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• </a:t>
            </a: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Fundamentais para algoritmos e solução de problemas 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1" lang="pt-BR" sz="1500" spc="-1" strike="noStrike">
                <a:solidFill>
                  <a:srgbClr val="000000"/>
                </a:solidFill>
                <a:latin typeface="Arial"/>
              </a:rPr>
              <a:t>Tipos principais em Python: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• </a:t>
            </a: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while: executa enquanto uma condição for verdadeira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• </a:t>
            </a:r>
            <a:r>
              <a:rPr b="0" lang="pt-BR" sz="1300" spc="-1" strike="noStrike">
                <a:solidFill>
                  <a:srgbClr val="000000"/>
                </a:solidFill>
                <a:latin typeface="Arial"/>
              </a:rPr>
              <a:t>for: itera sobre uma sequência de elementos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" descr=""/>
          <p:cNvPicPr/>
          <p:nvPr/>
        </p:nvPicPr>
        <p:blipFill>
          <a:blip r:embed="rId1"/>
          <a:srcRect l="0" t="8018" r="0" b="0"/>
          <a:stretch/>
        </p:blipFill>
        <p:spPr>
          <a:xfrm>
            <a:off x="1101240" y="360000"/>
            <a:ext cx="6941520" cy="4128480"/>
          </a:xfrm>
          <a:prstGeom prst="rect">
            <a:avLst/>
          </a:prstGeom>
          <a:ln w="0">
            <a:noFill/>
          </a:ln>
        </p:spPr>
      </p:pic>
      <p:pic>
        <p:nvPicPr>
          <p:cNvPr id="24" name="" descr=""/>
          <p:cNvPicPr/>
          <p:nvPr/>
        </p:nvPicPr>
        <p:blipFill>
          <a:blip r:embed="rId2"/>
          <a:stretch/>
        </p:blipFill>
        <p:spPr>
          <a:xfrm>
            <a:off x="1440" y="4440960"/>
            <a:ext cx="9178920" cy="702000"/>
          </a:xfrm>
          <a:prstGeom prst="rect">
            <a:avLst/>
          </a:prstGeom>
          <a:ln w="0">
            <a:noFill/>
          </a:ln>
        </p:spPr>
      </p:pic>
      <p:sp>
        <p:nvSpPr>
          <p:cNvPr id="25" name="Text 4"/>
          <p:cNvSpPr/>
          <p:nvPr/>
        </p:nvSpPr>
        <p:spPr>
          <a:xfrm>
            <a:off x="3895920" y="5040"/>
            <a:ext cx="13514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Laço while</a:t>
            </a:r>
            <a:endParaRPr b="1" lang="pt-BR" sz="20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" descr=""/>
          <p:cNvPicPr/>
          <p:nvPr/>
        </p:nvPicPr>
        <p:blipFill>
          <a:blip r:embed="rId1"/>
          <a:srcRect l="0" t="8112" r="0" b="0"/>
          <a:stretch/>
        </p:blipFill>
        <p:spPr>
          <a:xfrm>
            <a:off x="1221120" y="360000"/>
            <a:ext cx="6702120" cy="4074840"/>
          </a:xfrm>
          <a:prstGeom prst="rect">
            <a:avLst/>
          </a:prstGeom>
          <a:ln w="0">
            <a:noFill/>
          </a:ln>
        </p:spPr>
      </p:pic>
      <p:pic>
        <p:nvPicPr>
          <p:cNvPr id="27" name="" descr=""/>
          <p:cNvPicPr/>
          <p:nvPr/>
        </p:nvPicPr>
        <p:blipFill>
          <a:blip r:embed="rId2"/>
          <a:stretch/>
        </p:blipFill>
        <p:spPr>
          <a:xfrm>
            <a:off x="1800" y="4440960"/>
            <a:ext cx="9178920" cy="702000"/>
          </a:xfrm>
          <a:prstGeom prst="rect">
            <a:avLst/>
          </a:prstGeom>
          <a:ln w="0">
            <a:noFill/>
          </a:ln>
        </p:spPr>
      </p:pic>
      <p:sp>
        <p:nvSpPr>
          <p:cNvPr id="28" name="Text 5"/>
          <p:cNvSpPr/>
          <p:nvPr/>
        </p:nvSpPr>
        <p:spPr>
          <a:xfrm>
            <a:off x="4010760" y="0"/>
            <a:ext cx="112284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2200" spc="-1" strike="noStrike">
                <a:solidFill>
                  <a:srgbClr val="1a365d"/>
                </a:solidFill>
                <a:latin typeface="Noto Sans"/>
                <a:ea typeface="Noto Sans"/>
              </a:rPr>
              <a:t>Laço for</a:t>
            </a:r>
            <a:endParaRPr b="1" lang="pt-BR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" descr=""/>
          <p:cNvPicPr/>
          <p:nvPr/>
        </p:nvPicPr>
        <p:blipFill>
          <a:blip r:embed="rId1"/>
          <a:srcRect l="0" t="12208" r="0" b="0"/>
          <a:stretch/>
        </p:blipFill>
        <p:spPr>
          <a:xfrm>
            <a:off x="623880" y="540000"/>
            <a:ext cx="7896240" cy="3881880"/>
          </a:xfrm>
          <a:prstGeom prst="rect">
            <a:avLst/>
          </a:prstGeom>
          <a:ln w="0">
            <a:noFill/>
          </a:ln>
        </p:spPr>
      </p:pic>
      <p:pic>
        <p:nvPicPr>
          <p:cNvPr id="30" name="" descr=""/>
          <p:cNvPicPr/>
          <p:nvPr/>
        </p:nvPicPr>
        <p:blipFill>
          <a:blip r:embed="rId2"/>
          <a:stretch/>
        </p:blipFill>
        <p:spPr>
          <a:xfrm>
            <a:off x="2160" y="4440960"/>
            <a:ext cx="9178920" cy="702000"/>
          </a:xfrm>
          <a:prstGeom prst="rect">
            <a:avLst/>
          </a:prstGeom>
          <a:ln w="0">
            <a:noFill/>
          </a:ln>
        </p:spPr>
      </p:pic>
      <p:sp>
        <p:nvSpPr>
          <p:cNvPr id="31" name="Text 6"/>
          <p:cNvSpPr/>
          <p:nvPr/>
        </p:nvSpPr>
        <p:spPr>
          <a:xfrm>
            <a:off x="3532320" y="1800"/>
            <a:ext cx="207828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2200" spc="-1" strike="noStrike">
                <a:solidFill>
                  <a:srgbClr val="1a365d"/>
                </a:solidFill>
                <a:latin typeface="Noto Sans"/>
                <a:ea typeface="Noto Sans"/>
              </a:rPr>
              <a:t>Função range()</a:t>
            </a:r>
            <a:endParaRPr b="1" lang="pt-BR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" descr=""/>
          <p:cNvPicPr/>
          <p:nvPr/>
        </p:nvPicPr>
        <p:blipFill>
          <a:blip r:embed="rId1"/>
          <a:srcRect l="0" t="8090" r="0" b="0"/>
          <a:stretch/>
        </p:blipFill>
        <p:spPr>
          <a:xfrm>
            <a:off x="1483920" y="360000"/>
            <a:ext cx="6176160" cy="4087080"/>
          </a:xfrm>
          <a:prstGeom prst="rect">
            <a:avLst/>
          </a:prstGeom>
          <a:ln w="0">
            <a:noFill/>
          </a:ln>
        </p:spPr>
      </p:pic>
      <p:pic>
        <p:nvPicPr>
          <p:cNvPr id="33" name="" descr=""/>
          <p:cNvPicPr/>
          <p:nvPr/>
        </p:nvPicPr>
        <p:blipFill>
          <a:blip r:embed="rId2"/>
          <a:stretch/>
        </p:blipFill>
        <p:spPr>
          <a:xfrm>
            <a:off x="2160" y="4440960"/>
            <a:ext cx="9178920" cy="702000"/>
          </a:xfrm>
          <a:prstGeom prst="rect">
            <a:avLst/>
          </a:prstGeom>
          <a:ln w="0">
            <a:noFill/>
          </a:ln>
        </p:spPr>
      </p:pic>
      <p:sp>
        <p:nvSpPr>
          <p:cNvPr id="34" name="Text 7"/>
          <p:cNvSpPr/>
          <p:nvPr/>
        </p:nvSpPr>
        <p:spPr>
          <a:xfrm>
            <a:off x="3403440" y="7200"/>
            <a:ext cx="233604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2200" spc="-1" strike="noStrike">
                <a:solidFill>
                  <a:srgbClr val="1a365d"/>
                </a:solidFill>
                <a:latin typeface="Noto Sans"/>
                <a:ea typeface="Noto Sans"/>
              </a:rPr>
              <a:t>Laços </a:t>
            </a:r>
            <a:r>
              <a:rPr b="1" lang="en-US" sz="2200" spc="-1" strike="noStrike">
                <a:solidFill>
                  <a:srgbClr val="1a365d"/>
                </a:solidFill>
                <a:latin typeface="Noto Sans"/>
                <a:ea typeface="Noto Sans"/>
              </a:rPr>
              <a:t>Aninhad</a:t>
            </a:r>
            <a:r>
              <a:rPr b="1" lang="en-US" sz="2200" spc="-1" strike="noStrike">
                <a:solidFill>
                  <a:srgbClr val="1a365d"/>
                </a:solidFill>
                <a:latin typeface="Noto Sans"/>
                <a:ea typeface="Noto Sans"/>
              </a:rPr>
              <a:t>os</a:t>
            </a:r>
            <a:endParaRPr b="1" lang="pt-BR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" descr=""/>
          <p:cNvPicPr/>
          <p:nvPr/>
        </p:nvPicPr>
        <p:blipFill>
          <a:blip r:embed="rId1"/>
          <a:srcRect l="0" t="8531" r="0" b="0"/>
          <a:stretch/>
        </p:blipFill>
        <p:spPr>
          <a:xfrm>
            <a:off x="443880" y="360000"/>
            <a:ext cx="8256240" cy="3857760"/>
          </a:xfrm>
          <a:prstGeom prst="rect">
            <a:avLst/>
          </a:prstGeom>
          <a:ln w="0">
            <a:noFill/>
          </a:ln>
        </p:spPr>
      </p:pic>
      <p:pic>
        <p:nvPicPr>
          <p:cNvPr id="36" name="" descr=""/>
          <p:cNvPicPr/>
          <p:nvPr/>
        </p:nvPicPr>
        <p:blipFill>
          <a:blip r:embed="rId2"/>
          <a:stretch/>
        </p:blipFill>
        <p:spPr>
          <a:xfrm>
            <a:off x="2160" y="4440960"/>
            <a:ext cx="9178920" cy="702000"/>
          </a:xfrm>
          <a:prstGeom prst="rect">
            <a:avLst/>
          </a:prstGeom>
          <a:ln w="0">
            <a:noFill/>
          </a:ln>
        </p:spPr>
      </p:pic>
      <p:sp>
        <p:nvSpPr>
          <p:cNvPr id="37" name="Text 8"/>
          <p:cNvSpPr/>
          <p:nvPr/>
        </p:nvSpPr>
        <p:spPr>
          <a:xfrm>
            <a:off x="2628720" y="12240"/>
            <a:ext cx="388584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2200" spc="-1" strike="noStrike">
                <a:solidFill>
                  <a:srgbClr val="1a365d"/>
                </a:solidFill>
                <a:latin typeface="Noto Sans"/>
                <a:ea typeface="Noto Sans"/>
              </a:rPr>
              <a:t>C</a:t>
            </a:r>
            <a:r>
              <a:rPr b="1" lang="en-US" sz="2200" spc="-1" strike="noStrike">
                <a:solidFill>
                  <a:srgbClr val="1a365d"/>
                </a:solidFill>
                <a:latin typeface="Noto Sans"/>
                <a:ea typeface="Noto Sans"/>
              </a:rPr>
              <a:t>o</a:t>
            </a:r>
            <a:r>
              <a:rPr b="1" lang="en-US" sz="2200" spc="-1" strike="noStrike">
                <a:solidFill>
                  <a:srgbClr val="1a365d"/>
                </a:solidFill>
                <a:latin typeface="Noto Sans"/>
                <a:ea typeface="Noto Sans"/>
              </a:rPr>
              <a:t>m</a:t>
            </a:r>
            <a:r>
              <a:rPr b="1" lang="en-US" sz="2200" spc="-1" strike="noStrike">
                <a:solidFill>
                  <a:srgbClr val="1a365d"/>
                </a:solidFill>
                <a:latin typeface="Noto Sans"/>
                <a:ea typeface="Noto Sans"/>
              </a:rPr>
              <a:t>a</a:t>
            </a:r>
            <a:r>
              <a:rPr b="1" lang="en-US" sz="2200" spc="-1" strike="noStrike">
                <a:solidFill>
                  <a:srgbClr val="1a365d"/>
                </a:solidFill>
                <a:latin typeface="Noto Sans"/>
                <a:ea typeface="Noto Sans"/>
              </a:rPr>
              <a:t>n</a:t>
            </a:r>
            <a:r>
              <a:rPr b="1" lang="en-US" sz="2200" spc="-1" strike="noStrike">
                <a:solidFill>
                  <a:srgbClr val="1a365d"/>
                </a:solidFill>
                <a:latin typeface="Noto Sans"/>
                <a:ea typeface="Noto Sans"/>
              </a:rPr>
              <a:t>d</a:t>
            </a:r>
            <a:r>
              <a:rPr b="1" lang="en-US" sz="2200" spc="-1" strike="noStrike">
                <a:solidFill>
                  <a:srgbClr val="1a365d"/>
                </a:solidFill>
                <a:latin typeface="Noto Sans"/>
                <a:ea typeface="Noto Sans"/>
              </a:rPr>
              <a:t>o</a:t>
            </a:r>
            <a:r>
              <a:rPr b="1" lang="en-US" sz="2200" spc="-1" strike="noStrike">
                <a:solidFill>
                  <a:srgbClr val="1a365d"/>
                </a:solidFill>
                <a:latin typeface="Noto Sans"/>
                <a:ea typeface="Noto Sans"/>
              </a:rPr>
              <a:t>s</a:t>
            </a:r>
            <a:r>
              <a:rPr b="1" lang="en-US" sz="2200" spc="-1" strike="noStrike">
                <a:solidFill>
                  <a:srgbClr val="1a365d"/>
                </a:solidFill>
                <a:latin typeface="Noto Sans"/>
                <a:ea typeface="Noto Sans"/>
              </a:rPr>
              <a:t> </a:t>
            </a:r>
            <a:r>
              <a:rPr b="1" lang="en-US" sz="2200" spc="-1" strike="noStrike">
                <a:solidFill>
                  <a:srgbClr val="1a365d"/>
                </a:solidFill>
                <a:latin typeface="Noto Sans"/>
                <a:ea typeface="Noto Sans"/>
              </a:rPr>
              <a:t>b</a:t>
            </a:r>
            <a:r>
              <a:rPr b="1" lang="en-US" sz="2200" spc="-1" strike="noStrike">
                <a:solidFill>
                  <a:srgbClr val="1a365d"/>
                </a:solidFill>
                <a:latin typeface="Noto Sans"/>
                <a:ea typeface="Noto Sans"/>
              </a:rPr>
              <a:t>r</a:t>
            </a:r>
            <a:r>
              <a:rPr b="1" lang="en-US" sz="2200" spc="-1" strike="noStrike">
                <a:solidFill>
                  <a:srgbClr val="1a365d"/>
                </a:solidFill>
                <a:latin typeface="Noto Sans"/>
                <a:ea typeface="Noto Sans"/>
              </a:rPr>
              <a:t>e</a:t>
            </a:r>
            <a:r>
              <a:rPr b="1" lang="en-US" sz="2200" spc="-1" strike="noStrike">
                <a:solidFill>
                  <a:srgbClr val="1a365d"/>
                </a:solidFill>
                <a:latin typeface="Noto Sans"/>
                <a:ea typeface="Noto Sans"/>
              </a:rPr>
              <a:t>a</a:t>
            </a:r>
            <a:r>
              <a:rPr b="1" lang="en-US" sz="2200" spc="-1" strike="noStrike">
                <a:solidFill>
                  <a:srgbClr val="1a365d"/>
                </a:solidFill>
                <a:latin typeface="Noto Sans"/>
                <a:ea typeface="Noto Sans"/>
              </a:rPr>
              <a:t>k</a:t>
            </a:r>
            <a:r>
              <a:rPr b="1" lang="en-US" sz="2200" spc="-1" strike="noStrike">
                <a:solidFill>
                  <a:srgbClr val="1a365d"/>
                </a:solidFill>
                <a:latin typeface="Noto Sans"/>
                <a:ea typeface="Noto Sans"/>
              </a:rPr>
              <a:t> </a:t>
            </a:r>
            <a:r>
              <a:rPr b="1" lang="en-US" sz="2200" spc="-1" strike="noStrike">
                <a:solidFill>
                  <a:srgbClr val="1a365d"/>
                </a:solidFill>
                <a:latin typeface="Noto Sans"/>
                <a:ea typeface="Noto Sans"/>
              </a:rPr>
              <a:t>e</a:t>
            </a:r>
            <a:r>
              <a:rPr b="1" lang="en-US" sz="2200" spc="-1" strike="noStrike">
                <a:solidFill>
                  <a:srgbClr val="1a365d"/>
                </a:solidFill>
                <a:latin typeface="Noto Sans"/>
                <a:ea typeface="Noto Sans"/>
              </a:rPr>
              <a:t> </a:t>
            </a:r>
            <a:r>
              <a:rPr b="1" lang="en-US" sz="2200" spc="-1" strike="noStrike">
                <a:solidFill>
                  <a:srgbClr val="1a365d"/>
                </a:solidFill>
                <a:latin typeface="Noto Sans"/>
                <a:ea typeface="Noto Sans"/>
              </a:rPr>
              <a:t>c</a:t>
            </a:r>
            <a:r>
              <a:rPr b="1" lang="en-US" sz="2200" spc="-1" strike="noStrike">
                <a:solidFill>
                  <a:srgbClr val="1a365d"/>
                </a:solidFill>
                <a:latin typeface="Noto Sans"/>
                <a:ea typeface="Noto Sans"/>
              </a:rPr>
              <a:t>o</a:t>
            </a:r>
            <a:r>
              <a:rPr b="1" lang="en-US" sz="2200" spc="-1" strike="noStrike">
                <a:solidFill>
                  <a:srgbClr val="1a365d"/>
                </a:solidFill>
                <a:latin typeface="Noto Sans"/>
                <a:ea typeface="Noto Sans"/>
              </a:rPr>
              <a:t>n</a:t>
            </a:r>
            <a:r>
              <a:rPr b="1" lang="en-US" sz="2200" spc="-1" strike="noStrike">
                <a:solidFill>
                  <a:srgbClr val="1a365d"/>
                </a:solidFill>
                <a:latin typeface="Noto Sans"/>
                <a:ea typeface="Noto Sans"/>
              </a:rPr>
              <a:t>t</a:t>
            </a:r>
            <a:r>
              <a:rPr b="1" lang="en-US" sz="2200" spc="-1" strike="noStrike">
                <a:solidFill>
                  <a:srgbClr val="1a365d"/>
                </a:solidFill>
                <a:latin typeface="Noto Sans"/>
                <a:ea typeface="Noto Sans"/>
              </a:rPr>
              <a:t>i</a:t>
            </a:r>
            <a:r>
              <a:rPr b="1" lang="en-US" sz="2200" spc="-1" strike="noStrike">
                <a:solidFill>
                  <a:srgbClr val="1a365d"/>
                </a:solidFill>
                <a:latin typeface="Noto Sans"/>
                <a:ea typeface="Noto Sans"/>
              </a:rPr>
              <a:t>n</a:t>
            </a:r>
            <a:r>
              <a:rPr b="1" lang="en-US" sz="2200" spc="-1" strike="noStrike">
                <a:solidFill>
                  <a:srgbClr val="1a365d"/>
                </a:solidFill>
                <a:latin typeface="Noto Sans"/>
                <a:ea typeface="Noto Sans"/>
              </a:rPr>
              <a:t>u</a:t>
            </a:r>
            <a:r>
              <a:rPr b="1" lang="en-US" sz="2200" spc="-1" strike="noStrike">
                <a:solidFill>
                  <a:srgbClr val="1a365d"/>
                </a:solidFill>
                <a:latin typeface="Noto Sans"/>
                <a:ea typeface="Noto Sans"/>
              </a:rPr>
              <a:t>e</a:t>
            </a:r>
            <a:endParaRPr b="1" lang="pt-BR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" descr=""/>
          <p:cNvPicPr/>
          <p:nvPr/>
        </p:nvPicPr>
        <p:blipFill>
          <a:blip r:embed="rId1"/>
          <a:stretch/>
        </p:blipFill>
        <p:spPr>
          <a:xfrm>
            <a:off x="2160" y="4440960"/>
            <a:ext cx="9178920" cy="702000"/>
          </a:xfrm>
          <a:prstGeom prst="rect">
            <a:avLst/>
          </a:prstGeom>
          <a:ln w="0">
            <a:noFill/>
          </a:ln>
        </p:spPr>
      </p:pic>
      <p:pic>
        <p:nvPicPr>
          <p:cNvPr id="39" name="" descr=""/>
          <p:cNvPicPr/>
          <p:nvPr/>
        </p:nvPicPr>
        <p:blipFill>
          <a:blip r:embed="rId2"/>
          <a:stretch/>
        </p:blipFill>
        <p:spPr>
          <a:xfrm>
            <a:off x="6120000" y="2880000"/>
            <a:ext cx="1980000" cy="1262160"/>
          </a:xfrm>
          <a:prstGeom prst="rect">
            <a:avLst/>
          </a:prstGeom>
          <a:ln w="0">
            <a:noFill/>
          </a:ln>
        </p:spPr>
      </p:pic>
      <p:pic>
        <p:nvPicPr>
          <p:cNvPr id="40" name="" descr=""/>
          <p:cNvPicPr/>
          <p:nvPr/>
        </p:nvPicPr>
        <p:blipFill>
          <a:blip r:embed="rId3"/>
          <a:stretch/>
        </p:blipFill>
        <p:spPr>
          <a:xfrm>
            <a:off x="0" y="517320"/>
            <a:ext cx="4320000" cy="1594800"/>
          </a:xfrm>
          <a:prstGeom prst="rect">
            <a:avLst/>
          </a:prstGeom>
          <a:ln w="0">
            <a:noFill/>
          </a:ln>
        </p:spPr>
      </p:pic>
      <p:pic>
        <p:nvPicPr>
          <p:cNvPr id="41" name="" descr=""/>
          <p:cNvPicPr/>
          <p:nvPr/>
        </p:nvPicPr>
        <p:blipFill>
          <a:blip r:embed="rId4"/>
          <a:stretch/>
        </p:blipFill>
        <p:spPr>
          <a:xfrm>
            <a:off x="0" y="2112120"/>
            <a:ext cx="4320000" cy="2239200"/>
          </a:xfrm>
          <a:prstGeom prst="rect">
            <a:avLst/>
          </a:prstGeom>
          <a:ln w="0">
            <a:noFill/>
          </a:ln>
        </p:spPr>
      </p:pic>
      <p:pic>
        <p:nvPicPr>
          <p:cNvPr id="42" name="" descr=""/>
          <p:cNvPicPr/>
          <p:nvPr/>
        </p:nvPicPr>
        <p:blipFill>
          <a:blip r:embed="rId5"/>
          <a:stretch/>
        </p:blipFill>
        <p:spPr>
          <a:xfrm>
            <a:off x="4680000" y="517320"/>
            <a:ext cx="4320000" cy="2113200"/>
          </a:xfrm>
          <a:prstGeom prst="rect">
            <a:avLst/>
          </a:prstGeom>
          <a:ln w="0">
            <a:noFill/>
          </a:ln>
        </p:spPr>
      </p:pic>
      <p:sp>
        <p:nvSpPr>
          <p:cNvPr id="43" name="Text 2"/>
          <p:cNvSpPr/>
          <p:nvPr/>
        </p:nvSpPr>
        <p:spPr>
          <a:xfrm>
            <a:off x="3311280" y="-12600"/>
            <a:ext cx="2520360" cy="33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2200" spc="-1" strike="noStrike">
                <a:solidFill>
                  <a:srgbClr val="1a365d"/>
                </a:solidFill>
                <a:latin typeface="Noto Sans"/>
                <a:ea typeface="Noto Sans"/>
              </a:rPr>
              <a:t>Exemplos Práticos</a:t>
            </a:r>
            <a:endParaRPr b="1" lang="pt-BR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2160" y="4440960"/>
            <a:ext cx="9178920" cy="702000"/>
          </a:xfrm>
          <a:prstGeom prst="rect">
            <a:avLst/>
          </a:prstGeom>
          <a:ln w="0">
            <a:noFill/>
          </a:ln>
        </p:spPr>
      </p:pic>
      <p:sp>
        <p:nvSpPr>
          <p:cNvPr id="45" name="Text 3"/>
          <p:cNvSpPr/>
          <p:nvPr/>
        </p:nvSpPr>
        <p:spPr>
          <a:xfrm>
            <a:off x="3290040" y="-8640"/>
            <a:ext cx="256284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2200" spc="-1" strike="noStrike">
                <a:solidFill>
                  <a:srgbClr val="1a365d"/>
                </a:solidFill>
                <a:latin typeface="Noto Sans"/>
                <a:ea typeface="Noto Sans"/>
              </a:rPr>
              <a:t>Exercícios </a:t>
            </a:r>
            <a:r>
              <a:rPr b="1" lang="en-US" sz="2200" spc="-1" strike="noStrike">
                <a:solidFill>
                  <a:srgbClr val="1a365d"/>
                </a:solidFill>
                <a:latin typeface="Noto Sans"/>
                <a:ea typeface="Noto Sans"/>
              </a:rPr>
              <a:t>Práticos</a:t>
            </a:r>
            <a:endParaRPr b="1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" name="" descr=""/>
          <p:cNvPicPr/>
          <p:nvPr/>
        </p:nvPicPr>
        <p:blipFill>
          <a:blip r:embed="rId2"/>
          <a:stretch/>
        </p:blipFill>
        <p:spPr>
          <a:xfrm>
            <a:off x="180000" y="694800"/>
            <a:ext cx="4320000" cy="3085200"/>
          </a:xfrm>
          <a:prstGeom prst="rect">
            <a:avLst/>
          </a:prstGeom>
          <a:ln w="0">
            <a:noFill/>
          </a:ln>
        </p:spPr>
      </p:pic>
      <p:pic>
        <p:nvPicPr>
          <p:cNvPr id="47" name="" descr=""/>
          <p:cNvPicPr/>
          <p:nvPr/>
        </p:nvPicPr>
        <p:blipFill>
          <a:blip r:embed="rId3"/>
          <a:stretch/>
        </p:blipFill>
        <p:spPr>
          <a:xfrm>
            <a:off x="4680000" y="694800"/>
            <a:ext cx="4320000" cy="3099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2025-09-12T18:02:22Z</dcterms:created>
  <dc:creator>PptxGenJS</dc:creator>
  <dc:description/>
  <dc:language>pt-BR</dc:language>
  <cp:lastModifiedBy/>
  <dcterms:modified xsi:type="dcterms:W3CDTF">2025-09-16T23:46:12Z</dcterms:modified>
  <cp:revision>5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