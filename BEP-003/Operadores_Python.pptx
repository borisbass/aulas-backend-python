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Operadores em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Aritméticos, Relacionais e Lógicos</a:t>
            </a:r>
          </a:p>
          <a:p/>
          <a:p>
            <a:r>
              <a:t>Instrutor: Seu Nome</a:t>
            </a:r>
          </a:p>
          <a:p>
            <a:r>
              <a:t>Data: 09/09/2025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Compreender o conceito de operadores</a:t>
            </a:r>
          </a:p>
          <a:p>
            <a:r>
              <a:t>- Aplicar operadores aritméticos, relacionais e lógicos</a:t>
            </a:r>
          </a:p>
          <a:p>
            <a:r>
              <a:t>- Resolver problemas com expressões lógicas</a:t>
            </a:r>
          </a:p>
          <a:p>
            <a:r>
              <a:t>- Usar corretamente a precedência dos operadores</a:t>
            </a:r>
          </a:p>
          <a:p/>
          <a:p>
            <a:r>
              <a:t>Importância: operadores são a base para manipulação de dados e decisões em programas.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são Operadores?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Definição: símbolos que realizam operações entre operandos</a:t>
            </a:r>
          </a:p>
          <a:p>
            <a:r>
              <a:t>• Exemplo: 3 + 2 → + é o operador, 3 e 2 são operandos</a:t>
            </a:r>
          </a:p>
          <a:p>
            <a:r>
              <a:t>• Analogia: operações matemáticas do dia a dia</a:t>
            </a:r>
          </a:p>
          <a:p>
            <a:r>
              <a:t>• Classificação: aritméticos, relacionais, lógicos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Aritméticos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  → Adição (3+2=5)</a:t>
            </a:r>
          </a:p>
          <a:p>
            <a:r>
              <a:t>-  → Subtração (5-2=3)</a:t>
            </a:r>
          </a:p>
          <a:p>
            <a:r>
              <a:t>*  → Multiplicação (4*2=8)</a:t>
            </a:r>
          </a:p>
          <a:p>
            <a:r>
              <a:t>/  → Divisão (7/2=3.5)</a:t>
            </a:r>
          </a:p>
          <a:p>
            <a:r>
              <a:t>// → Divisão inteira (7//2=3)</a:t>
            </a:r>
          </a:p>
          <a:p>
            <a:r>
              <a:t>%  → Módulo (7%2=1)</a:t>
            </a:r>
          </a:p>
          <a:p>
            <a:r>
              <a:t>** → Exponenciação (2**3=8)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Prática - Operadores Aritméticos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Exemplo em Python:</a:t>
            </a:r>
          </a:p>
          <a:p/>
          <a:p>
            <a:r>
              <a:t>a = 10</a:t>
            </a:r>
          </a:p>
          <a:p>
            <a:r>
              <a:t>b = 3</a:t>
            </a:r>
          </a:p>
          <a:p/>
          <a:p>
            <a:r>
              <a:t>print('Soma:', a + b)</a:t>
            </a:r>
          </a:p>
          <a:p>
            <a:r>
              <a:t>print('Divisão inteira:', a // b)</a:t>
            </a:r>
          </a:p>
          <a:p>
            <a:r>
              <a:t>print('Exponenciação:', a ** b)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Relacionais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==  → Igualdade (5==5 → True)</a:t>
            </a:r>
          </a:p>
          <a:p>
            <a:r>
              <a:t>!=  → Diferente (5!=3 → True)</a:t>
            </a:r>
          </a:p>
          <a:p>
            <a:r>
              <a:t>&gt;   → Maior (7&gt;2 → True)</a:t>
            </a:r>
          </a:p>
          <a:p>
            <a:r>
              <a:t>&lt;   → Menor (3&lt;8 → True)</a:t>
            </a:r>
          </a:p>
          <a:p>
            <a:r>
              <a:t>&gt;=  → Maior ou igual (5&gt;=5 → True)</a:t>
            </a:r>
          </a:p>
          <a:p>
            <a:r>
              <a:t>&lt;=  → Menor ou igual (4&lt;=2 → False)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Prática - Operadores Relacionais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 = 15</a:t>
            </a:r>
          </a:p>
          <a:p>
            <a:r>
              <a:t>y = 20</a:t>
            </a:r>
          </a:p>
          <a:p/>
          <a:p>
            <a:r>
              <a:t>print(x &gt; y)   # False</a:t>
            </a:r>
          </a:p>
          <a:p>
            <a:r>
              <a:t>print(x &lt;= y)  # True</a:t>
            </a:r>
          </a:p>
          <a:p>
            <a:r>
              <a:t>print(x != 15) #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Operadores Lógicos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and → True se todas forem verdadeiras</a:t>
            </a:r>
          </a:p>
          <a:p>
            <a:r>
              <a:t>or  → True se pelo menos uma for verdadeira</a:t>
            </a:r>
          </a:p>
          <a:p>
            <a:r>
              <a:t>not → Inverte o valor lógico</a:t>
            </a:r>
          </a:p>
          <a:p/>
          <a:p>
            <a:r>
              <a:t>Exemplo:</a:t>
            </a:r>
          </a:p>
          <a:p>
            <a:r>
              <a:t>idade = 20</a:t>
            </a:r>
          </a:p>
          <a:p>
            <a:r>
              <a:t>tem_carteira = True</a:t>
            </a:r>
          </a:p>
          <a:p>
            <a:r>
              <a:t>print(idade &gt;= 18 and tem_carteira) # True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Precedência dos Operadores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Ordem de avaliação (do mais forte ao mais fraco):</a:t>
            </a:r>
          </a:p>
          <a:p>
            <a:r>
              <a:t>1. ** (exponenciação)</a:t>
            </a:r>
          </a:p>
          <a:p>
            <a:r>
              <a:t>2. *, /, //, %</a:t>
            </a:r>
          </a:p>
          <a:p>
            <a:r>
              <a:t>3. +, -</a:t>
            </a:r>
          </a:p>
          <a:p>
            <a:r>
              <a:t>4. Relacionais (&lt;, &gt;, ==, etc.)</a:t>
            </a:r>
          </a:p>
          <a:p>
            <a:r>
              <a:t>5. not</a:t>
            </a:r>
          </a:p>
          <a:p>
            <a:r>
              <a:t>6. and</a:t>
            </a:r>
          </a:p>
          <a:p>
            <a:r>
              <a:t>7. 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Exercícios Finais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Calcule: (3 + 5) * 2 ** 2</a:t>
            </a:r>
          </a:p>
          <a:p>
            <a:r>
              <a:t>2. Verifique se um número é par e positivo.</a:t>
            </a:r>
          </a:p>
          <a:p>
            <a:r>
              <a:t>3. Programa que recebe duas notas:</a:t>
            </a:r>
          </a:p>
          <a:p>
            <a:r>
              <a:t>   - Mostre a média</a:t>
            </a:r>
          </a:p>
          <a:p>
            <a:r>
              <a:t>   - Verifique se aprovado (média &gt;= 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